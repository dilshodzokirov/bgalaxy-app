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1155680" cy="4572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PBL v5 · OCHIQ KOD · muammo → yechim tartibi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097280"/>
            <a:ext cx="3108960" cy="36576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3108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PROBLEM-BASED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7899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36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Python → Django → Django REST</a:t>
            </a:r>
          </a:p>
          <a:p>
            <a:pPr algn="l">
              <a:spcAft>
                <a:spcPts val="1800"/>
              </a:spcAft>
            </a:pPr>
            <a:r>
              <a:rPr sz="20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Bugungi yo‘l:
1) Avval Python ga qiziqamiz
2) Muammo: veb kerak → Django
3) Yangi muammo: telefon + desktop + sayt birgalikda → DRF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C2410C"/>
                </a:solidFill>
                <a:latin typeface="Calibri"/>
                <a:ea typeface="Calibri"/>
                <a:cs typeface="Calibri"/>
              </a:rPr>
              <a:t>Qoida: avval MUAMMO, keyin YECHIM.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1-QADAM · QIZIQTIRISH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Nima uchun aynan Python?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5532120" cy="23317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109728" cy="2331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81328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Oddiy til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Kod o‘qish gap o‘qishga o‘xshaydi. Boshlang‘ich uchun eng yumshoq kirish.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80160"/>
            <a:ext cx="5532120" cy="23317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280160"/>
            <a:ext cx="109728" cy="23317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481328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Tez natija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Bir necha qator bilan hisob, bot, fayl, sayt — ko‘rinadigan natija chiqadi.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94760"/>
            <a:ext cx="5532120" cy="23317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94760"/>
            <a:ext cx="109728" cy="2331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95928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Keng imkoniyat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Veb, ma’lumot, AI, avtomatlashtirish — bitta til, ko‘p yo‘nalish.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94760"/>
            <a:ext cx="5532120" cy="23317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794760"/>
            <a:ext cx="109728" cy="233172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995928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Ish / loyiha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Dunyo bo‘ylab eng ko‘p o‘qitiladigan tillardan. Keyingi bosqichga tayyorlaydi.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1-QADAM DAVOMI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Python “qiyin emas” — qisqa misol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Kod paneli ochiq fon + qora matn — proyektorda ham o‘qiladi.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54864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486400" cy="3840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Birinchi dastur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120640" cy="3749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ism = "Dilshod"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yosh = 18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print(f"Salom, {ism}!")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if yosh &gt;= 18: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    print("Katta")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else: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    print("Yosh")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9496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783080"/>
            <a:ext cx="5394960" cy="3840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2880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Nima ko‘ramiz?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5029200" cy="3749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# Natija: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# Salom, Dilshod!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# Katta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# Xulosa: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# kam kod → aniq ma’no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# shuning uchun o‘rganish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# qiziqarli boshlanadi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2-QADAM · MUAMMO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Endi real ehtiyoj chiqadi: veb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11155680" cy="49377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BE123C"/>
                </a:solidFill>
                <a:latin typeface="Calibri"/>
                <a:ea typeface="Calibri"/>
                <a:cs typeface="Calibri"/>
              </a:rPr>
              <a:t>MUAMMO</a:t>
            </a:r>
          </a:p>
          <a:p>
            <a:pPr algn="l">
              <a:spcAft>
                <a:spcPts val="1800"/>
              </a:spcAft>
            </a:pPr>
            <a:r>
              <a:rPr sz="22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Oddiy Python skripti kompyuterda ishlaydi.
Lekin bugungi hayotda ko‘pchilik narsa brauzerda: sayt, kabinet, admin, forma…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Savol auditoriyaga:
«O‘z loyihamizni internetda ochmoqchimiz.
Faqat print() bilan sayt bo‘ladimi?»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C2410C"/>
                </a:solidFill>
                <a:latin typeface="Calibri"/>
                <a:ea typeface="Calibri"/>
                <a:cs typeface="Calibri"/>
              </a:rPr>
              <a:t>Javob: yo‘q. Bizga veb framework kerak.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2-QADAM · YECHIM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Boshlang‘ich veb uchun tavsiya — Django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11155680" cy="10972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YECHIM: Django — Python dagi to‘liq veb framework. Boshlang‘ich web yo‘nalishida asosiy tanlov.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3657600" cy="3474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651760"/>
            <a:ext cx="109728" cy="3474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52928"/>
            <a:ext cx="32461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Nima beradi?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URL, View, Model, Template, Admin, Auth, xavfsizlik — tayyor “karkas”.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651760"/>
            <a:ext cx="3657600" cy="3474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651760"/>
            <a:ext cx="109728" cy="3474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852928"/>
            <a:ext cx="32461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Nima uchun boshlang‘ich?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Ko‘p kerakli narsa ichida. Noldan yig‘ish shart emas.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2651760"/>
            <a:ext cx="3657600" cy="3474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80" y="2651760"/>
            <a:ext cx="109728" cy="34747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852928"/>
            <a:ext cx="32461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Nima o‘rganamiz?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Sayt qanday ishlaydi: so‘rov keladi → mantiq → javob ketadi.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DJANGO NI TUSHUNISH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Bitta so‘rov qanday yuradi?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3657600" cy="23317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109728" cy="2331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81328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1. Brauzer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Foydalanuvchi manzil ochadi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280160"/>
            <a:ext cx="3657600" cy="23317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280160"/>
            <a:ext cx="109728" cy="23317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481328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2. URL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Django qaysi funksiya?
Topadi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280160"/>
            <a:ext cx="3657600" cy="23317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83880" y="1280160"/>
            <a:ext cx="109728" cy="2331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481328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3. View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Mantiq ishlaydi
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94760"/>
            <a:ext cx="3657600" cy="23317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794760"/>
            <a:ext cx="109728" cy="233172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5928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4. Model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Kerak bo‘lsa
bazadan oladi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794760"/>
            <a:ext cx="3657600" cy="23317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794760"/>
            <a:ext cx="109728" cy="2331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995928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5. Template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HTML sahifa
yasaladi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3794760"/>
            <a:ext cx="3657600" cy="23317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80" y="3794760"/>
            <a:ext cx="109728" cy="23317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3995928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6. Javob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Sayt ko‘rinadi
brauzerda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DJANGO ASOSI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MTV — uchta 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657600" cy="4663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09728" cy="46634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72768"/>
            <a:ext cx="324612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Model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Ma’lumot.
User, Product, Post…
Baza bilan bog‘lanadi.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657600" cy="4663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371600"/>
            <a:ext cx="109728" cy="46634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572768"/>
            <a:ext cx="324612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Template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Ko‘rinish.
HTML sahifa.
Foydalanuvchi shuni ko‘radi.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1371600"/>
            <a:ext cx="3474720" cy="4663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83879" y="1371600"/>
            <a:ext cx="109728" cy="46634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199" y="1572768"/>
            <a:ext cx="30632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View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Mantiq.
So‘rov → qaror →
Model/Template chaqiradi.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3-QADAM · YANGI MUAMMO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Real hayotda faqat sayt yetarli emas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11155680" cy="50292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BE123C"/>
                </a:solidFill>
                <a:latin typeface="Calibri"/>
                <a:ea typeface="Calibri"/>
                <a:cs typeface="Calibri"/>
              </a:rPr>
              <a:t>MUAMMO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Biz yozgan kod bugun faqat kompyuter brauzerida emas.
Telefon ilova + desktop dastur + veb — parallel ishlashi kerak.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Klassik Django asosan sayt uchun: HTML qaytaradi.
Mobil ilova esa HTML emas — ma’lumot (JSON) so‘raydi.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C2410C"/>
                </a:solidFill>
                <a:latin typeface="Calibri"/>
                <a:ea typeface="Calibri"/>
                <a:cs typeface="Calibri"/>
              </a:rPr>
              <a:t>Xulosa-muammo: faqat Django Template bilan
telefon/desktop/web bir xil backendga ulanish qiyin.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3-QADAM · MUAMMONI KO‘RISH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Uchta mijoz — bitta ma’lumot kerak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3657600" cy="21945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109728" cy="21945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27048"/>
            <a:ext cx="324612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Telefon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Mobil ilova
HTML emas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25880"/>
            <a:ext cx="3657600" cy="21945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325880"/>
            <a:ext cx="109728" cy="21945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527048"/>
            <a:ext cx="324612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Desktop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Kompyuter dasturi
HTML emas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325880"/>
            <a:ext cx="3657600" cy="21945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83880" y="1325880"/>
            <a:ext cx="109728" cy="21945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527048"/>
            <a:ext cx="324612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Veb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Brauzer
HTML yoki SPA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94760"/>
            <a:ext cx="11155680" cy="2377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Savol: uchalasiga ham bir xil mahsulot/foydalanuvchi ma’lumotini qanday beramiz?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Agar faqat HTML Template bersak — telefon va desktop “tushunmaydi”.
Bizga kuchliroq tushuncha: API kerak.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3-QADAM · YECHIM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Tavsiya — Django REST Framework (DRF)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11155680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YECHIM: DRF — Django ustida API. Ma’lumotni JSON qilib beradi. Telefon, desktop, veb — bitta backend.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97480"/>
            <a:ext cx="3657600" cy="33832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697480"/>
            <a:ext cx="109728" cy="33832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98648"/>
            <a:ext cx="32461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Nima qiladi?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HTML o‘rniga JSON.
/api/products/
ko‘rinishida ma’lumot.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697480"/>
            <a:ext cx="3657600" cy="33832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697480"/>
            <a:ext cx="109728" cy="33832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898648"/>
            <a:ext cx="32461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Nima uchun kerak?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Bir marta yozilgan mantiq
mobil + desktop + webga
birga xizmat qiladi.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2697480"/>
            <a:ext cx="3474720" cy="33832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2697480"/>
            <a:ext cx="109728" cy="338328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199" y="2898648"/>
            <a:ext cx="306324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Qachon?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Avval Django asoslari.
Keyin DRF — multi-platform
yechim sifatida.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ZANJIR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Muammo → yechim (bugungi darsning mantiqi)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365760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320040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Muammo 0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Dasturlashni
qayerdan boshlaymiz?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→ YECHIM</a:t>
            </a:r>
          </a:p>
          <a:p>
            <a:pPr algn="l">
              <a:spcAft>
                <a:spcPts val="0"/>
              </a:spcAft>
            </a:pPr>
            <a:r>
              <a:rPr sz="28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25880"/>
            <a:ext cx="365760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320040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C2410C"/>
                </a:solidFill>
                <a:latin typeface="Calibri"/>
                <a:ea typeface="Calibri"/>
                <a:cs typeface="Calibri"/>
              </a:rPr>
              <a:t>Muammo 1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Internetda
sayt kerak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→ YECHIM</a:t>
            </a:r>
          </a:p>
          <a:p>
            <a:pPr algn="l">
              <a:spcAft>
                <a:spcPts val="0"/>
              </a:spcAft>
            </a:pPr>
            <a:r>
              <a:rPr sz="2800" b="1">
                <a:solidFill>
                  <a:srgbClr val="C2410C"/>
                </a:solidFill>
                <a:latin typeface="Calibri"/>
                <a:ea typeface="Calibri"/>
                <a:cs typeface="Calibri"/>
              </a:rPr>
              <a:t>Django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80" y="1325880"/>
            <a:ext cx="365760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54480"/>
            <a:ext cx="320040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047857"/>
                </a:solidFill>
                <a:latin typeface="Calibri"/>
                <a:ea typeface="Calibri"/>
                <a:cs typeface="Calibri"/>
              </a:rPr>
              <a:t>Muammo 2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Telefon + desktop
+ web parallel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→ YECHIM</a:t>
            </a:r>
          </a:p>
          <a:p>
            <a:pPr algn="l">
              <a:spcAft>
                <a:spcPts val="0"/>
              </a:spcAft>
            </a:pPr>
            <a:r>
              <a:rPr sz="2800" b="1">
                <a:solidFill>
                  <a:srgbClr val="047857"/>
                </a:solidFill>
                <a:latin typeface="Calibri"/>
                <a:ea typeface="Calibri"/>
                <a:cs typeface="Calibri"/>
              </a:rPr>
              <a:t>DRF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XULOSA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Nima olib ketamiz?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417320"/>
            <a:ext cx="640080" cy="64008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27048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1234440"/>
            <a:ext cx="996696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435608"/>
            <a:ext cx="9418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Python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Avval qiziqtiramiz: oddiy, tez natija, keng imkoniyat.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97480"/>
            <a:ext cx="640080" cy="640080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7208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514600"/>
            <a:ext cx="996696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2715768"/>
            <a:ext cx="9418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Django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Boshlang‘ich web uchun asosiy tavsiya — to‘liq framework.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977640"/>
            <a:ext cx="640080" cy="640080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87368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3794760"/>
            <a:ext cx="996696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3995928"/>
            <a:ext cx="9418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Muammo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Faqat sayt yetarli emas: telefon/desktop ham kerak.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257799"/>
            <a:ext cx="640080" cy="64008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67527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54480" y="5074919"/>
            <a:ext cx="996696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0" y="5276087"/>
            <a:ext cx="9418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DRF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Yechim: bitta API orqali barcha platformalar parallel ishlaydi.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7899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0284C7"/>
                </a:solidFill>
                <a:latin typeface="Calibri"/>
                <a:ea typeface="Calibri"/>
                <a:cs typeface="Calibri"/>
              </a:rPr>
              <a:t>KEYINGI QADAM</a:t>
            </a:r>
          </a:p>
          <a:p>
            <a:pPr algn="l">
              <a:spcAft>
                <a:spcPts val="2000"/>
              </a:spcAft>
            </a:pPr>
            <a:r>
              <a:rPr sz="30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Python amaliyoti →
kichik Django sayt →
keyin DRF bilan API.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C2410C"/>
                </a:solidFill>
                <a:latin typeface="Calibri"/>
                <a:ea typeface="Calibri"/>
                <a:cs typeface="Calibri"/>
              </a:rPr>
              <a:t>Eslab qoling: avval muammo, keyin yechim.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334155"/>
                </a:solidFill>
                <a:latin typeface="Calibri"/>
                <a:ea typeface="Calibri"/>
                <a:cs typeface="Calibri"/>
              </a:rPr>
              <a:t>Savollar bo‘lsa — shu yerda yozib qo‘yamiz.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