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ak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8412480" cy="484632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438912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MUAMMOGA ASOSLANGAN O‘QITISH (PBL)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78638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→ Django → Django REST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1) Python nima? Xususiyatlari va boshqa tillarga nisbatan yutuqlari
2) Muammo: veb kerak → Django
3) Muammo: telefon + ish stoli + sayt parallel → DRF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DBA74"/>
                </a:solidFill>
                <a:latin typeface="Calibri"/>
                <a:ea typeface="Calibri"/>
                <a:cs typeface="Calibri"/>
              </a:rPr>
              <a:t>Qoida: avval MUAMMO, keyin YECHIM.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v8 · rasmlar aniq ko‘rinadi · o‘zbekcha atamalar (inglizchasi qavsda)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nel-pyth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SAVOL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68580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492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— umumiy maqsadli (general-purpose), yuqori darajali dasturlash tili.
Kod yoziladi, keyin talqinchi (interpreter) orqali bajariladi. Maqsad: odam o‘qishi oson bo‘lgan dastur yozish.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09728" cy="16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8211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Yuqori darajali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Past darajadagi xotira buyruqlari bilan emas — masala va mantiq bilan ishlaysiz.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01752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3017520"/>
            <a:ext cx="109728" cy="1600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318211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Talqin qilinadi (interpreted)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Ko‘pincha alohida exe majburiy emas. .py faylni talqinchi ishga tushiradi.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" cy="1600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91947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uslubli (multi-paradigm)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Oddiy tartib, obyektli (OOP), funksiyaviy uslub — bir tilda birga.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475488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4754880"/>
            <a:ext cx="109728" cy="16002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491947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Ochiq kodli (open source)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Erkin, katta jamiyat. Windows / macOS / Linux da bir xil fikrlash.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ython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XUSUSIYATLAR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Ichida nima bor — oson, lekin teran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Sintaksis (syntax)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Bo‘sh joy bilan blok (indentatsiya) majburiy. Stil bir xil bo‘ladi, o‘qish osonlashadi.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O‘zgaruvchan tip (dynamic typing)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Tipni majburan yozmaysiz. Qiymatga qarab aniqlanadi. Katta loyihada tip ko‘rsatmasi (type hint) ixtiyoriy.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Ichki boylik (batteries included)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Standart kutubxona boy: fayl, JSON, tarmoq so‘rovi, vaqt, qidiruv andozasi…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Keng ekotizim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Tashqi ombor (PyPI) orqali minglab paket: Django, FastAPI, Pandas, NumPy…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Tez ishlab chiqish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 ortiqcha shablon-kod (boilerplate) → prototip tez chiqadi.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Ko‘chma (portable)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xil kod turli tizimlarda ishlashi oson. Izolyatsiya muhiti (virtual environment) bilan boshqariladi.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SOLISHTIRMA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Boshqa tillarga nisbatan yutuqli tomonlari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 “boshqa tillar yomon” degani emas — Python qayerda yutadi, shu yerda aniq aytamiz.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109728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Java / C#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Kamroq ortiqcha shablon-kod. Tip va klass e’lonlari kamroq. O‘rganish egri chizig‘i yumshoqroq. Veb va sun’iy intellekt prototipida tezroq.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109728" cy="21945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 / C++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Xotirani qo‘lda boshqarmaysiz. Ko‘rsatkich (pointer) xatolari kam. Sof tezlik pastroq bo‘lishi mumkin — ko‘p vazifa uchun yetarli.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93192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931920"/>
            <a:ext cx="109728" cy="2194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9651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JavaScript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JS asosan brauzer + Node. Python esa sun’iy intellekt, ma’lumot tahlili, avtomatlashtirish, veb orqa qismida kengroq tanlov.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109728" cy="21945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09651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Go / Rust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Go/Rust tizim tezligi uchun kuchli. Python o‘qiluvchanlik, ekotizim va tez ishlab chiqishda yutadi.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SOLISHTIRMA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xil vazifa: juft sonlarni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Yutuq shu yerda: kam qator, aniq ma’no, o‘qish oson.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57784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57784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(uzunroq)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nums = Arrays.asList(1,2,3,4,5);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evens = new ArrayList&lt;&gt;();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for (Integer n : nums)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if (n % 2 == 0)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    evens.add(n);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System.out.println(evens);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4068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(qisqa + aniq)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nums = [1, 2, 3, 4, 5]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evens = [n for n in nums if n % 2 == 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print(evens)  # [2, 4]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Xulosa: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bir xil natija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kamroq kod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o‘qish osonroq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TIP TIZIMI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Tipni kim aniqlaydi?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1920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51937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tillarda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O‘zgaruvchi ochilganda tip yoziladi: butun son (int), matn (String)…
Tekshiruv oldindan bo‘ladi. Aniqlik yuqori, yozish uzunroq.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4068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109728" cy="1920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99032"/>
            <a:ext cx="505663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Tip majburiy yozilmaydi — qiymatga qarab aniqlanadi.
Tez yozish. Katta loyihada tip ko‘rsatmasi (type hint) qo‘shish mumkin.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60"/>
            <a:ext cx="557784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557784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52120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int yosh = 18;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String ism = "Ali";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double narx = 12.5;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boolean aktiv = true;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44068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50749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yosh = 18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ism = "Ali"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narx = 12.5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aktiv = True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tipni Python o‘zi biladi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ASOSLAR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Ro‘yxat, lug‘at, funksiya — kundalik vositalar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57784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Ma’lumot tuzilmalari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21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talaba =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"ism": "Ali",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"ball": 95,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print(talaba["ism"])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 = ["Python", "Django"]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fanlar.append("REST")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lug‘at (dict) = kalit→qiymat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ro‘yxat (list) = tartibli to‘plam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40680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Funksiya (function)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074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yigindi(a, b):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a + b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print(yigindi(2, 3))  # 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salom(ism="mehmon"):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f"Salom, {ism}"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Funksiya = takrorlanadigan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mantiqni bitta joyga yig‘ish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-youth-co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QAYERDA ISHLATILADI?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til — bir necha yo‘nalish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 orqa qismi (backend)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Django, Flask, FastAPI.
Sayt va dasturiy interfeys (API).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Ma’lumot tahlili (data)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Pandas, NumPy.
Jadvallar ustida kuchli tahlil.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Sun’iy intellekt (AI / ML)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PyTorch, TensorFlow.
Model o‘qitish va bashorat.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Fayl, jadval, pochta, saytdan ma’lumot olish (scraping).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Ilmiy hisob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SciPy, Matplotlib.
Grafik va matematik modellar.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Skript / DevOps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Server skriptlari, yordamchi vositalar, tarmoq so‘rovlari.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nel-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1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o‘zi — lekin veb kerak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6858000" cy="49377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6400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 skript yozishni o‘rgandik. Lekin real mahsulot ko‘pincha brauzerda: sayt, kabinet, boshqaruv paneli, forma…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Savol: faqat print() bilan to‘liq veb-tizim bo‘ladimi?
Manzil yo‘naltirish (URL routing), ma’lumotlar bazasi, kirish (login), xavfsizlik, sahifa andozasi — bularni noldan yig‘ish og‘ir.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Shuning uchun boshlang‘ich veb uchun dasturiy asos (framework) tanlaymiz.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822960"/>
            <a:ext cx="3017520" cy="30175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846320"/>
            <a:ext cx="2286000" cy="22860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-djan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1 · DJANGO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Boshlang‘ich veb uchun asosiy tavsiya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123444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Django — Python dagi to‘liq veb dasturiy asosi (full-stack framework).
Ichida tayyor: kirish tizimi, boshqaruv paneli, ORM, sahifa andozasi, xavfsizlik.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Django?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Boshlang‘ich uchun yo‘l aniq: loyiha/ilova (Project/App), manzil (URL), boshqaruvchi (View), model, andoza (Template).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beradi?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Kirish/ro‘yxat, admin panel, baza bilan ORM, HTML sahifalar, himoya vositalari (CSRF va boshqalar).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Qanday o‘rganamiz?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Avval so‘rov qanday yurishini tushunamiz. Keyin kichik sayt. Keyin dasturiy interfeys (API).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QANDAY ISHLAYDI?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so‘rovning (request) ketma-ketligi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1. So‘rov (request)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manzil ochadi
yoki forma yuboradi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2. Manzil (URL)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 to‘g‘ri yo‘lni
topadi (urls.py)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3. Boshqaruvchi (View)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ishlaydi:
tekshiruv, hisob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4. Model (Model)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Kerak bo‘lsa bazadan
o‘qiydi / yozadi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5. Andoza (Template)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sahifa yasaydi
(klassik usul)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6. Javob (response)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Natija brauzerga
qaytadi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MTV ANDAZASI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rol — eslab qolish oson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09728" cy="4846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27355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Model (Model)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Ma’lumot modeli.
Masalan: User, Product, Post.
ORM orqali SQL kamroq yoziladi — Python klasslari bilan baza boshqariladi.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109728" cy="4846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44752"/>
            <a:ext cx="327355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Andoza (Template)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Ko‘rinish (HTML).
Foydalanuvchi brauzerda shuni ko‘radi.
Boshqaruvchidan kelgan ma’lumot sahifaga joylanadi.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109728" cy="48463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44752"/>
            <a:ext cx="32278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Boshqaruvchi (View)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markazi.
So‘rov keldi → qaror:
qaysi model? qaysi andoza?
Javobni tayyorlaydi.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nel-mult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Faqat sayt yetarli emas — real hayot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6858000" cy="49377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6400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Biz yozgan kod faqat kompyuter brauzerida emas.
Telefon ilova + ish stoli dasturi (desktop) + veb — parallel ishlashi kerak.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Klassik Django ko‘pincha HTML qaytaradi.
Mobil/ish stoli ilova esa HTML emas — ma’lumot (odatda JSON) so‘raydi.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Xulosa-muammo: faqat andoza (Template) bilan bitta orqa qismni uchala platformaga to‘g‘ri ulash qiyin. Kuchliroq tushuncha kerak: dasturiy interfeys (API).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 · KO‘RINISH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mijoz — bitta ma’lumot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Telefon (mobile)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Mobil ilova.
HTML emas — dasturiy interfeys (API)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Ish stoli (desktop)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Kompyuter dasturi.
Ham ma’lumot so‘raydi.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 (web)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/ yagona sahifa ilova (SPA).
HTML yoki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1133856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78992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Savol: mahsulot/foydalanuvchi ma’lumotini uchalasiga qanday beramiz?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Agar faqat HTML bersak — telefon va ish stoli “tushunmaydi”.
Yechim sifatida Django REST Framework (DRF) tavsiya qilinadi.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822960"/>
            <a:ext cx="3017520" cy="30175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846320"/>
            <a:ext cx="2286000" cy="22860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lti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2 · DJANGO REST (DRF)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orqa qism — ko‘p platforma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12801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DRF — Django ustida dasturiy interfeys (API) qatlami. Ma’lumotni JSON qilib beradi.
Telefon, ish stoli, veb — parallel ulanadi. Django o‘rnini bosmaydi — uni kengaytiradi.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qiladi?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o‘rniga JSON.
Masalan: /api/products/
Serializator, ViewSet, yo‘naltirgich (router), autentifikatsiya — API uchun asosiy vositalar.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kerak?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marta yozilgan biznes-mantiq barcha mijozlarga xizmat qiladi.
Real hayotdagi “parallel ishlash” shu yerda yechiladi.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61188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862072"/>
            <a:ext cx="322783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O‘rganish tartibi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1) Python asoslari
2) Django (sayt)
3) DRF (API)
Avval muammo, keyin yechim — shu tartibda.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clusion-bak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411480"/>
            <a:ext cx="11430000" cy="60350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2011680" cy="3474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XULOSA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Bugungi darsdan olib ketiladigan asoslar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11679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75687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874519"/>
            <a:ext cx="9875520" cy="914400"/>
          </a:xfrm>
          <a:prstGeom prst="roundRect">
            <a:avLst/>
          </a:prstGeom>
          <a:solidFill>
            <a:srgbClr val="1523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011679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Umumiy maqsadli til: o‘qilishi oson, tipni o‘zi aniqlaydi, ekotizimi boy.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63239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27247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926079"/>
            <a:ext cx="9875520" cy="914400"/>
          </a:xfrm>
          <a:prstGeom prst="roundRect">
            <a:avLst/>
          </a:prstGeom>
          <a:solidFill>
            <a:srgbClr val="1523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39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Boshlang‘ich veb uchun to‘liq dasturiy asos (framework) — asosiy tavsiya.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114799"/>
            <a:ext cx="502920" cy="502920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78807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977639"/>
            <a:ext cx="9875520" cy="914400"/>
          </a:xfrm>
          <a:prstGeom prst="roundRect">
            <a:avLst/>
          </a:prstGeom>
          <a:solidFill>
            <a:srgbClr val="1523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114799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Faqat sayt yetarli emas: telefon + ish stoli + veb parallel kerak.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166358"/>
            <a:ext cx="502920" cy="50292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3036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029198"/>
            <a:ext cx="9875520" cy="914400"/>
          </a:xfrm>
          <a:prstGeom prst="roundRect">
            <a:avLst/>
          </a:prstGeom>
          <a:solidFill>
            <a:srgbClr val="1523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5166358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DRF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Yechim: bitta dasturiy interfeys (API) orqali barcha platformalar ulanadi.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