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PYTHON  →  DJANGO  → 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dan Django gacha</a:t>
            </a:r>
          </a:p>
          <a:p>
            <a:pPr algn="l">
              <a:spcAft>
                <a:spcPts val="1600"/>
              </a:spcAft>
            </a:pPr>
            <a:r>
              <a:rPr sz="22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Nima qila oladi? Sintaksis? Frameworklar?
Nega Django? Django REST nima uchun?</a:t>
            </a:r>
          </a:p>
          <a:p>
            <a:pPr algn="l">
              <a:spcAft>
                <a:spcPts val="600"/>
              </a:spcAft>
            </a:pPr>
            <a:r>
              <a:rPr sz="18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Aniq yo‘l: avval Python, keyin eng mashhur veb framework — Django.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1. PYTHON NIMA QILA OLADI?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Bitta til — ko‘p kasb va loyiha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Veb-saytlar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Blog, do‘kon, ijtimoiy tarmoq, kabinet, admin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Sun’iy intellekt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Chatbot, rasm/tovush, tavsiya tizimlari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371600"/>
            <a:ext cx="12801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Ma’lumotlar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Hisobot, statistika, katta jadvallar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28016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Avtomatlashtirish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Bot, fayl, takroriy ishlarni dastur bajarsin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4048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O‘yinlar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O‘quv o‘yinlari va oddiy 2D loyihalar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4048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Ilm-fan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Hisob-kitob, tadqiqot, laboratoriya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2. SINTAKSIS — BOSHQA TILLARDAN AJRALIB TURADI</a:t>
            </a:r>
          </a:p>
          <a:p>
            <a:pPr algn="l">
              <a:spcAft>
                <a:spcPts val="600"/>
              </a:spcAft>
            </a:pPr>
            <a:r>
              <a:rPr sz="2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Pythonni oson va “toza” qiladigan xislatlar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O‘qilishi oson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Kod oddiy gapga o‘xshaydi. Keraksiz belgilar kam.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Indentatsiya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Bo‘sh joy bilan blok — tartib majburiy va foydali.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371600"/>
            <a:ext cx="12801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Qisqa yozuv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 ish 1–3 qatorda chiqadi.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28016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Dinamik tip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Har doim int/str yozib o‘tirmaysiz — tezroq start.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4048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Kuchli stdlib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 asbob “ichida” — darhol ishlatasiz.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4048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Bitta uslub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Soddalik madaniyati — jamoa bir xil o‘qiydi.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MISOL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Qisqa sintaksis — tez tushunarli natija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486400" cy="466344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" cy="4663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18488"/>
            <a:ext cx="507492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kodi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ism = "Ali"
print(f"Salom, {ism}!")
sonlar = [1, 2, 3, 4, 5]
juft = [x for x in sonlar if x % 2 == 0]
print(juft)   # [2, 4]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417320"/>
            <a:ext cx="5212080" cy="466344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417320"/>
            <a:ext cx="128016" cy="466344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1618488"/>
            <a:ext cx="480060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Nima ajratib turadi?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• Kam “shovqin” — { } ; kamroq
• f-string — matnni oson yig‘ish
• comprehension — filter bir qatorda
• O‘qib tushunish tez
Shu bois maktab, kurs va startaplar Pythonni tanlaydi.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3. ENG MASHHUR FRAMEWORK VA KUTUBXONALAR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ekotizimi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28016" cy="16002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3560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To‘liq veb platforma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234440"/>
            <a:ext cx="128016" cy="1600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43560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Flask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Yengil veb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3444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234440"/>
            <a:ext cx="128016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43560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FastAPI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Zamonaviy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7180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28016" cy="16002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17296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Pandas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Ma’lumotlar jadvali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7180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71800"/>
            <a:ext cx="128016" cy="1600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317296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NumPy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Tez hisob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97180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2971800"/>
            <a:ext cx="128016" cy="16002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317296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PyTorch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Deep Learning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28016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91032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TensorFlow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AI / 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70916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4709160"/>
            <a:ext cx="128016" cy="16002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91032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Requests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HTTP so‘rovlar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709160"/>
            <a:ext cx="3657600" cy="16002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80" y="4709160"/>
            <a:ext cx="128016" cy="1600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6488" y="4910328"/>
            <a:ext cx="3246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Selenium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Brauzer avtomat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4. VEB UCHUN ENG MASHHURI — DJANGO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Frameworklar ichidan asosiy yo‘l: Django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657600" cy="43891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28016" cy="4389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324612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Flask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Kichik va erkin.
Kichik sayt/API.
Ko‘p narsani o‘zingiz yig‘asiz.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554480"/>
            <a:ext cx="3657600" cy="43891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554480"/>
            <a:ext cx="128016" cy="4389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8888" y="1755648"/>
            <a:ext cx="324612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FastAPI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API uchun zamonaviy.
Tez + avto-hujjat.
Asosan backend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554480"/>
            <a:ext cx="3108960" cy="43891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554480"/>
            <a:ext cx="128016" cy="438912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755648"/>
            <a:ext cx="26974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★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To‘liq paket.
Login, baza, admin, xavfsizlik — ichida.
Katta saytlar shu yerda boshlanadi.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5. DJANGO DA QILINGAN KATTA ISHLAR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Haqiqiy dunyo misollari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Instagram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Yirik ijtimoiy tarmoq — Django asosida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Pinterest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Katta kontent platforma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37160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371600"/>
            <a:ext cx="12801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57276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Mozilla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Mahsulot va ichki tizimlar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28016" cy="224028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Disqus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Millionlab saytlarda izoh tizimi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40480"/>
            <a:ext cx="128016" cy="22402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Bitbucket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Kod hosting / jamoa ishi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40480"/>
            <a:ext cx="3657600" cy="224028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40480"/>
            <a:ext cx="128016" cy="224028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41648"/>
            <a:ext cx="3246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NASA / ilm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Ichki veb va ma’lumot tizimlari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6. NEGA DJANGO GA QIZIQISH KERAK?</a:t>
            </a:r>
          </a:p>
          <a:p>
            <a:pPr algn="l">
              <a:spcAft>
                <a:spcPts val="6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Saytni “nol dan” yig‘ish qiyin — Django yengillashtiradi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94960" cy="20574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28016" cy="2057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Tez start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Birinchi sahifa va admin tez chiqadi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394960" cy="20574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128016" cy="20574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755648"/>
            <a:ext cx="4983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Xavfsizlik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Ko‘p hujumlarga tayyor himoya bor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5394960" cy="20574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128016" cy="2057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041648"/>
            <a:ext cx="4983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Ish bozori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bilgan dasturchiga talab yuqori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840480"/>
            <a:ext cx="5394960" cy="20574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3840480"/>
            <a:ext cx="128016" cy="20574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041648"/>
            <a:ext cx="4983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Katta gacha o‘sadi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Kichik blogdan yirik loyihagacha yo‘l ochiq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7. DJANGO O‘ZI NIMA VAZIFA BAJARADI?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Savol → Django javobi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28016" cy="2331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Sahifa kerakmi?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URL + View + Template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8016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280160"/>
            <a:ext cx="128016" cy="233172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Ma’lumot saqlash?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Model + baza (ORM)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8016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83880" y="1280160"/>
            <a:ext cx="128016" cy="2331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76488" y="148132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Login / parol?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Auth tizimi tayyor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28016" cy="2331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04164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Admin panel?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Tez yoqiladi va sozlanadi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840480"/>
            <a:ext cx="128016" cy="23317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04164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Forma / tekshiruv?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Form + validation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3840480"/>
            <a:ext cx="3657600" cy="23317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3840480"/>
            <a:ext cx="128016" cy="233172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4041648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Xavfsizlik?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CSRF, XSS va boshqa himoyalar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59669"/>
                </a:solidFill>
                <a:latin typeface="Calibri"/>
              </a:rPr>
              <a:t>8. SIZ NIMA QILASIZ?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— asbob. Siz — muallif.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45920"/>
            <a:ext cx="2194560" cy="402336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965960"/>
            <a:ext cx="822960" cy="82296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920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Loyiha yaratasiz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startproject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645920"/>
            <a:ext cx="2194560" cy="402336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29000" y="1965960"/>
            <a:ext cx="822960" cy="822960"/>
          </a:xfrm>
          <a:prstGeom prst="ellipse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17520"/>
            <a:ext cx="1920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Modellarni yozasiz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User, Product…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645920"/>
            <a:ext cx="2194560" cy="402336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60720" y="1965960"/>
            <a:ext cx="822960" cy="8229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017520"/>
            <a:ext cx="1920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Sahifa / mantiq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View + Template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39" y="1645920"/>
            <a:ext cx="2194560" cy="402336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92439" y="1965960"/>
            <a:ext cx="822960" cy="82296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39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799" y="3017520"/>
            <a:ext cx="1920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Admin sozlamalari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Ma’lumot boshqaruvi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8360" y="1645920"/>
            <a:ext cx="2194560" cy="402336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24160" y="1965960"/>
            <a:ext cx="822960" cy="82296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cs typeface="Calibri"/>
                <a:ea typeface="Calibri"/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017520"/>
            <a:ext cx="19202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Ishga tushurasiz</a:t>
            </a:r>
          </a:p>
          <a:p>
            <a:pPr algn="l">
              <a:spcAft>
                <a:spcPts val="600"/>
              </a:spcAft>
            </a:pPr>
            <a:r>
              <a:rPr sz="13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Lokal → server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E11D48"/>
                </a:solidFill>
                <a:latin typeface="Calibri"/>
              </a:rPr>
              <a:t>9. DJANGO HAMMASINI O‘ZI QILMAYDI</a:t>
            </a:r>
          </a:p>
          <a:p>
            <a:pPr algn="l">
              <a:spcAft>
                <a:spcPts val="6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Mobil / SPA / boshqa dasturlar uchun REST kerak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94960" cy="43891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28016" cy="4389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Oddiy Django kuchli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HTML sahifa, forma, admin — a’lo.
Lekin telefon ilovasi yoki React sayt alohida ma’lumot kanali so‘raydi.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5212080" cy="438912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128016" cy="438912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755648"/>
            <a:ext cx="4800600" cy="4069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Yechim: REST API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ma’lumotni JSON qilib beradi.
Mobil va frontend shu JSON ni oladi.
Buning uchun — Django REST Framework.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59669"/>
                </a:solidFill>
                <a:latin typeface="Calibri"/>
              </a:rPr>
              <a:t>10. DJANGO REST FRAMEWORK (DRF)</a:t>
            </a:r>
          </a:p>
          <a:p>
            <a:pPr algn="l">
              <a:spcAft>
                <a:spcPts val="600"/>
              </a:spcAft>
            </a:pPr>
            <a:r>
              <a:rPr sz="24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 yetkazmaydigan joylarni REST orqali yopamiz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657600" cy="45720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28016" cy="4572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324612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Nima?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Django ustiga qo‘yiladigan API vositasi.
Oddiy sahifa emas — ma’lumot xizmati.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371600"/>
            <a:ext cx="3657600" cy="45720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371600"/>
            <a:ext cx="128016" cy="4572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8888" y="1572768"/>
            <a:ext cx="324612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Nima beradi?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• JSON API
• Token / login
• Serializer
• Avto hujjatlar
• Mobil + web — bitta 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371600"/>
            <a:ext cx="3108960" cy="4572000"/>
          </a:xfrm>
          <a:prstGeom prst="roundRect">
            <a:avLst/>
          </a:prstGeom>
          <a:solidFill>
            <a:srgbClr val="F0F9FF"/>
          </a:solidFill>
          <a:ln w="28575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371600"/>
            <a:ext cx="128016" cy="4572000"/>
          </a:xfrm>
          <a:prstGeom prst="rect">
            <a:avLst/>
          </a:prstGeom>
          <a:solidFill>
            <a:srgbClr val="EA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05088" y="1572768"/>
            <a:ext cx="269748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Qachon?</a:t>
            </a:r>
          </a:p>
          <a:p>
            <a:pPr algn="l">
              <a:spcAft>
                <a:spcPts val="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React/Vue, mobil ilova yoki boshqa servis Django bilan gaplashishi kerak bo‘lsa.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YO‘L XARITA</a:t>
            </a:r>
          </a:p>
          <a:p>
            <a:pPr algn="l">
              <a:spcAft>
                <a:spcPts val="6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Bugungi gap — bitta chiziqda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28800"/>
            <a:ext cx="2194560" cy="34747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920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01</a:t>
            </a:r>
          </a:p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Nima qiladi +
sintaksis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94560" cy="34747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EA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2194560"/>
            <a:ext cx="1920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02</a:t>
            </a:r>
          </a:p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Ekotizim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Framework va
kutubxonalar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828800"/>
            <a:ext cx="2194560" cy="34747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194560"/>
            <a:ext cx="1920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59669"/>
                </a:solidFill>
                <a:latin typeface="Calibri"/>
              </a:rPr>
              <a:t>03</a:t>
            </a:r>
          </a:p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Django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Eng mashhur
veb tanlov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39" y="1828800"/>
            <a:ext cx="2194560" cy="34747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799" y="2194560"/>
            <a:ext cx="1920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E11D48"/>
                </a:solidFill>
                <a:latin typeface="Calibri"/>
              </a:rPr>
              <a:t>04</a:t>
            </a:r>
          </a:p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Amaliyot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Model, view,
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38360" y="1828800"/>
            <a:ext cx="2194560" cy="347472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2194560"/>
            <a:ext cx="19202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05</a:t>
            </a:r>
          </a:p>
          <a:p>
            <a:pPr algn="l">
              <a:spcAft>
                <a:spcPts val="1200"/>
              </a:spcAft>
            </a:pPr>
            <a:r>
              <a:rPr sz="20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DRF</a:t>
            </a:r>
          </a:p>
          <a:p>
            <a:pPr algn="l">
              <a:spcAft>
                <a:spcPts val="600"/>
              </a:spcAft>
            </a:pPr>
            <a:r>
              <a:rPr sz="1400" b="0">
                <a:cs typeface="Calibri"/>
                <a:ea typeface="Calibri"/>
                <a:solidFill>
                  <a:srgbClr val="334155"/>
                </a:solidFill>
                <a:latin typeface="Calibri"/>
              </a:rPr>
              <a:t>REST API
mobil/frontend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cs typeface="Calibri"/>
                <a:ea typeface="Calibri"/>
                <a:solidFill>
                  <a:srgbClr val="0284C7"/>
                </a:solidFill>
                <a:latin typeface="Calibri"/>
              </a:rPr>
              <a:t>XULOSA</a:t>
            </a:r>
          </a:p>
          <a:p>
            <a:pPr algn="l">
              <a:spcAft>
                <a:spcPts val="1800"/>
              </a:spcAft>
            </a:pPr>
            <a:r>
              <a:rPr sz="2800" b="1">
                <a:cs typeface="Calibri"/>
                <a:ea typeface="Calibri"/>
                <a:solidFill>
                  <a:srgbClr val="0C4A6E"/>
                </a:solidFill>
                <a:latin typeface="Calibri"/>
              </a:rPr>
              <a:t>Python — imkoniyat.
Django — veb uchun eng mashhur yo‘l.
DRF — qolganini REST bilan bog‘lash.</a:t>
            </a:r>
          </a:p>
          <a:p>
            <a:pPr algn="l">
              <a:spcAft>
                <a:spcPts val="600"/>
              </a:spcAft>
            </a:pPr>
            <a:r>
              <a:rPr sz="1800" b="1">
                <a:cs typeface="Calibri"/>
                <a:ea typeface="Calibri"/>
                <a:solidFill>
                  <a:srgbClr val="EA5800"/>
                </a:solidFill>
                <a:latin typeface="Calibri"/>
              </a:rPr>
              <a:t>Keyingi qadam: Python asoslari → kichik loyiha → Django → kerak bo‘lsa DRF.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