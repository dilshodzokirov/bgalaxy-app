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PBL v6 · Python chuqurroq · muammo → yechim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3108960" cy="34747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3108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PROBLEM-BASED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78992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3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Python → Django → Django REST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Bugungi yo‘l:
1) Python nima? Xususiyatlari va boshqa tillarga nisbatan yutuqlari
2) Muammo: veb kerak → Django
3) Muammo: telefon + desktop + sayt parallel → DRF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C2410C"/>
                </a:solidFill>
                <a:latin typeface="Calibri"/>
                <a:ea typeface="Calibri"/>
                <a:cs typeface="Calibri"/>
              </a:rPr>
              <a:t>Qoida: avval MUAMMO, keyin YECHIM. Ma’lumot oson, lekin teran.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PYTHON · SAVOL</a:t>
            </a:r>
          </a:p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Python nima?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11155680" cy="1417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Python — umumiy maqsadli (general-purpose), yuqori darajali dasturlash tili.
Kod avval yoziladi, keyin interpreter orqali bajariladi. Maqsad: inson uchun o‘qilishi oson bo‘lgan dastur yozish.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880360"/>
            <a:ext cx="5532120" cy="1645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880360"/>
            <a:ext cx="109728" cy="1645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3044952"/>
            <a:ext cx="514807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Yuqori darajali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Past darajadagi xotira / mashina buyruqlari bilan emas — mantiq va masala bilan ishlaysiz.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880360"/>
            <a:ext cx="5532120" cy="1645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2880360"/>
            <a:ext cx="109728" cy="16459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3044952"/>
            <a:ext cx="514807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Interpretatsiya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Ko‘pincha alohida “compile → exe” majburiy emas. .py faylni interpreter ishga tushiradi.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663440"/>
            <a:ext cx="5532120" cy="1645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4663440"/>
            <a:ext cx="109728" cy="164592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4828032"/>
            <a:ext cx="514807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Ko‘p paradigmalı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Procedural, OOP, funksional uslub — bir tilda birga ishlatiladi.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663440"/>
            <a:ext cx="5532120" cy="1645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4663440"/>
            <a:ext cx="109728" cy="164592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4828032"/>
            <a:ext cx="514807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Open source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Erkin, katta jamiyat. Windows / macOS / Linux da bir xil fikrlash bilan ishlaydi.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PYTHON · XUSUSIYATLAR</a:t>
            </a:r>
          </a:p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Ichida nima bor — qisqa, lekin teran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3703320" cy="2468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" cy="24688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399032"/>
            <a:ext cx="331927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Sintaksis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Indentatsiya majburiy. Bloklar {} emas — bo‘sh joy. Bu stilni bir xil qiladi va o‘qishni osonlashtiradi.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34440"/>
            <a:ext cx="3703320" cy="2468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234440"/>
            <a:ext cx="109728" cy="24688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399032"/>
            <a:ext cx="331927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Dinamik tip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O‘zgaruvchiga tipni majburan yozmaysiz. Tip qiymatga qarab aniqlanadi. Katta loyihada type hint ixtiyoriy.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34440"/>
            <a:ext cx="3703320" cy="2468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60" y="1234440"/>
            <a:ext cx="109728" cy="24688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1399032"/>
            <a:ext cx="331927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Batteries included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Standart kutubxona boy: fayl, JSON, HTTP, vaqt, regex… Ko‘p vazifa uchun tashqi paket shart emas.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3703320" cy="2468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109728" cy="246888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005072"/>
            <a:ext cx="331927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Kuchli ekotizim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PyPI orqali minglab paket: Django, FastAPI, Pandas, NumPy, PyTorch…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840480"/>
            <a:ext cx="3703320" cy="2468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3840480"/>
            <a:ext cx="109728" cy="24688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4005072"/>
            <a:ext cx="331927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Tez ishlab chiqish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Kam “rasmiyatchilik” → prototip tez chiqadi. Startup va o‘quv loyihalarida shu uchun sevimli.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840480"/>
            <a:ext cx="3703320" cy="2468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3840480"/>
            <a:ext cx="109728" cy="24688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4005072"/>
            <a:ext cx="331927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Portativlik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Bir xil kod turli OS da ishlashi oson. Virtual environment orqali muhit izolyatsiya qilinadi.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PYTHON · SOLISHTIRMA</a:t>
            </a:r>
          </a:p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Boshqa tillarga nisbatan yutuqli tomonlari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Bu “boshqa tillar yomon” degani emas — Python qayerda yutadi, shu yerda aniq aytamiz.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5532120" cy="21945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109728" cy="21945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10512"/>
            <a:ext cx="5148072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vs Java / C#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Kamroq “boilerplate”. Tip va klass e’lonlari kamroq. O‘rganish egri chizig‘i yumshoqroq. Veb/AI prototipida tezroq.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532120" cy="21945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645920"/>
            <a:ext cx="109728" cy="21945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810512"/>
            <a:ext cx="5148072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vs C / C++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Xotirani qo‘lda boshqarmaysiz. Pointer / segfault kam uchraydi. Buning evaziga sof tezlik pastroq bo‘lishi mumkin — lekin ko‘p vazifa uchun yetarli.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977640"/>
            <a:ext cx="5532120" cy="21945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977640"/>
            <a:ext cx="109728" cy="21945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4142232"/>
            <a:ext cx="5148072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vs JavaScript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JS asosan brauzer + Node. Python esa AI, data, avtomatlashtirish, veb backend da kengroq “standart” tanlov.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977640"/>
            <a:ext cx="5532120" cy="21945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3977640"/>
            <a:ext cx="109728" cy="219456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4142232"/>
            <a:ext cx="5148072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vs Go / Rust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Go/Rust tizim/servis tezligi uchun kuchli. Python esa o‘qiluvchanlik + ekotizim + tez ishlab chiqishda yutadi.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PYTHON · AMALIY SOLISHTIRMA</a:t>
            </a:r>
          </a:p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Bir xil vazifa: juft sonlarni olish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Yutuq shu yerda ko‘rinadi: kam qator, aniq ma’no, o‘qish oson.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553212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5532120" cy="38404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Java (uzunroq)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51663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List&lt;Integer&gt; nums = Arrays.asList(1,2,3,4,5);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List&lt;Integer&gt; evens = new ArrayList&lt;&gt;();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for (Integer n : nums) {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    if (n % 2 == 0) {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        evens.add(n);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System.out.println(evens);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4406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5440680" cy="3840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5166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Python (qisqa + aniq)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507492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nums = [1, 2, 3, 4, 5]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evens = [n for n in nums if n % 2 == 0]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print(evens)  # [2, 4]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# Xulosa: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# bir xil natija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# kamroq kod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# o‘qish osonroq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PYTHON · TIP TIZIMI</a:t>
            </a:r>
          </a:p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Nima farqi? Tipni kim aniqlaydi?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5532120" cy="19659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" cy="19659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399032"/>
            <a:ext cx="5148072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Ko‘p tillarda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O‘zgaruvchi ochilganda tip yoziladi: int, String, boolean…
Kompilyator/IDE tipni oldindan tekshiradi. Aniqlik yuqori, lekin yozish uzunroq.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440680" cy="19659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234440"/>
            <a:ext cx="109728" cy="19659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399032"/>
            <a:ext cx="5056632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Python da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Tip majburiy yozilmaydi — qiymatga qarab aniqlanadi.
Tez yozish. Katta loyihada type hint (masalan, yosh: int) qo‘shish mumkin.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83280"/>
            <a:ext cx="5532120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383280"/>
            <a:ext cx="5532120" cy="38404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2900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86200"/>
            <a:ext cx="51663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int yosh = 18;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String ism = "Ali";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double narx = 12.5;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boolean aktiv = true;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383280"/>
            <a:ext cx="5440680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383280"/>
            <a:ext cx="5440680" cy="3840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429000"/>
            <a:ext cx="5166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886200"/>
            <a:ext cx="50749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yosh = 18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ism = "Ali"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narx = 12.5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aktiv = True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# tipni Python o‘zi biladi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PYTHON · AMALIY ASOSLAR</a:t>
            </a:r>
          </a:p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List, dict, funksiya — kundalik vositalar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553212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532120" cy="3840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Ma’lumot tuzilmalari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51663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talaba = {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  "ism": "Ali",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  "ball": 95,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print(talaba["ism"])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fanlar = ["Python", "Django"]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fanlar.append("REST")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# dict = kalit→qiymat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# list = tartibli ro‘yxat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44068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234440"/>
            <a:ext cx="5440680" cy="3840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5166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Funksiya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37360"/>
            <a:ext cx="507492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def yigindi(a, b):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    return a + b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print(yigindi(2, 3))  # 5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def salom(ism="mehmon"):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    return f"Salom, {ism}"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# Funksiya = takrorlanadigan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# mantiqni bitta joyga yig‘ish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PYTHON · QAYERDA ISHLATILADI?</a:t>
            </a:r>
          </a:p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Bitta til — bir necha yo‘nalish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3703320" cy="2468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" cy="24688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399032"/>
            <a:ext cx="331927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Veb backend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Django, Flask, FastAPI.
Sayt va API yoziladi.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34440"/>
            <a:ext cx="3703320" cy="2468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234440"/>
            <a:ext cx="109728" cy="24688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399032"/>
            <a:ext cx="331927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Ma’lumot / Data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Pandas, NumPy.
Excel dan kuchli tahlil.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34440"/>
            <a:ext cx="3703320" cy="2468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60" y="1234440"/>
            <a:ext cx="109728" cy="24688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1399032"/>
            <a:ext cx="331927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AI / ML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PyTorch, TensorFlow, scikit-learn.
Model o‘qitish va bashorat.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3703320" cy="2468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109728" cy="246888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005072"/>
            <a:ext cx="331927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Avtomatlashtirish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Fayl, Excel, email, scraping.
Kundalik ishlarni skript qilish.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840480"/>
            <a:ext cx="3703320" cy="2468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3840480"/>
            <a:ext cx="109728" cy="24688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4005072"/>
            <a:ext cx="331927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Ilmiy hisob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SciPy, Matplotlib.
Grafik, matematik modellar.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840480"/>
            <a:ext cx="3703320" cy="2468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3840480"/>
            <a:ext cx="109728" cy="24688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4005072"/>
            <a:ext cx="331927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Scripting / DevOps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Server skriptlari, CI yordamchi vositalar, API bilan bog‘lanish.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MUAMMO 1</a:t>
            </a:r>
          </a:p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Python o‘zi — lekin veb kerak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1155680" cy="50292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BE123C"/>
                </a:solidFill>
                <a:latin typeface="Calibri"/>
                <a:ea typeface="Calibri"/>
                <a:cs typeface="Calibri"/>
              </a:rPr>
              <a:t>MUAMMO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Python da skript yozishni o‘rgandik. Lekin real mahsulot ko‘pincha brauzerda:
sayt, kabinet, admin panel, forma, foydalanuvchi ro‘yxati…</a:t>
            </a:r>
          </a:p>
          <a:p>
            <a:pPr algn="l">
              <a:spcAft>
                <a:spcPts val="1600"/>
              </a:spcAft>
            </a:pPr>
            <a:r>
              <a:rPr sz="17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Savol: faqat print() va oddiy fayllar bilan to‘liq veb-tizim bo‘ladimi?
URL marshrutlash, baza, login, xavfsizlik, HTML — bularni noldan yig‘ish og‘ir.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C2410C"/>
                </a:solidFill>
                <a:latin typeface="Calibri"/>
                <a:ea typeface="Calibri"/>
                <a:cs typeface="Calibri"/>
              </a:rPr>
              <a:t>Shuning uchun boshlang‘ich web uchun framework tanlaymiz.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YECHIM 1 · DJANGO</a:t>
            </a:r>
          </a:p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Boshlang‘ich web uchun asosiy tavsiya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11155680" cy="12344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Django — Python dagi to‘liq (full-stack) veb framework.
“Batteries included”: auth, admin, ORM, template, xavfsizlik — tayyor karkas.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97480"/>
            <a:ext cx="3703320" cy="34747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697480"/>
            <a:ext cx="109728" cy="347472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862072"/>
            <a:ext cx="331927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Nima uchun Django?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Boshlang‘ich uchun yo‘l aniq: Project/App, URL, View, Model, Template. Ko‘p narsa ichida.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697480"/>
            <a:ext cx="3703320" cy="34747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2697480"/>
            <a:ext cx="109728" cy="3474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2862072"/>
            <a:ext cx="331927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Nima beradi?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Login/ro‘yxat, admin panel, baza bilan ORM orqali ishlash, HTML sahifalar, CSRF himoya.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697480"/>
            <a:ext cx="3703320" cy="34747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2697480"/>
            <a:ext cx="109728" cy="3474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2862072"/>
            <a:ext cx="331927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Qanday o‘rganamiz?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Avval so‘rov qanday yurishini tushunamiz. Keyin kichik sayt. Keyin API bosqichi.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DJANGO · QANDAY ISHLAYDI?</a:t>
            </a:r>
          </a:p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Bitta so‘rovning ketma-ketligi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3703320" cy="2468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" cy="24688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399032"/>
            <a:ext cx="331927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1. Request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Brauzer manzil ochadi
yoki forma yuboradi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34440"/>
            <a:ext cx="3703320" cy="2468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234440"/>
            <a:ext cx="109728" cy="24688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399032"/>
            <a:ext cx="331927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2. URL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Django to‘g‘ri yo‘lni
topadi (urls.py)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34440"/>
            <a:ext cx="3703320" cy="2468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60" y="1234440"/>
            <a:ext cx="109728" cy="24688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1399032"/>
            <a:ext cx="331927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3. View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Mantiq ishlaydi:
tekshiruv, hisob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3703320" cy="2468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109728" cy="246888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005072"/>
            <a:ext cx="331927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4. Model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Kerak bo‘lsa bazadan
o‘qiydi / yozadi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840480"/>
            <a:ext cx="3703320" cy="2468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3840480"/>
            <a:ext cx="109728" cy="24688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4005072"/>
            <a:ext cx="331927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5. Template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HTML sahifa yasaydi
(klassik usul)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840480"/>
            <a:ext cx="3703320" cy="2468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3840480"/>
            <a:ext cx="109728" cy="24688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4005072"/>
            <a:ext cx="331927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6. Response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Javob brauzerga
qaytadi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DJANGO · MTV</a:t>
            </a:r>
          </a:p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Uchta rol — eslab qolish oson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703320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09728" cy="48463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444752"/>
            <a:ext cx="3319272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Model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Ma’lumot modeli.
Masalan: User, Product, Post.
ORM orqali SQL kamroq yoziladi — Python klasslari bilan baza boshqariladi.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703320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280160"/>
            <a:ext cx="109728" cy="48463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444752"/>
            <a:ext cx="3319272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Template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Ko‘rinish (HTML).
Foydalanuvchi brauzerda shuni ko‘radi.
View dan kelgan ma’lumot sahifaga joylanadi.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80160"/>
            <a:ext cx="3566160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60" y="1280160"/>
            <a:ext cx="109728" cy="484632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1444752"/>
            <a:ext cx="3182112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View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Mantiq markazi.
So‘rov keldi → qaror:
qaysi model? qaysi template?
Javobni tayyorlaydi.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MUAMMO 2</a:t>
            </a:r>
          </a:p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Faqat sayt yetarli emas — real hayot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11155680" cy="50749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BE123C"/>
                </a:solidFill>
                <a:latin typeface="Calibri"/>
                <a:ea typeface="Calibri"/>
                <a:cs typeface="Calibri"/>
              </a:rPr>
              <a:t>MUAMMO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Biz yozgan kod faqat kompyuter brauzerida emas.
Telefon ilova + desktop dastur + veb — parallel ishlashi kerak.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Klassik Django ko‘pincha HTML qaytaradi.
Mobil/desktop ilova esa HTML emas — ma’lumot (odatda JSON) so‘raydi.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C2410C"/>
                </a:solidFill>
                <a:latin typeface="Calibri"/>
                <a:ea typeface="Calibri"/>
                <a:cs typeface="Calibri"/>
              </a:rPr>
              <a:t>Xulosa-muammo: faqat Template bilan bitta backendni
uchala platformaga to‘g‘ri ulash qiyin. Kuchliroq tushuncha kerak: API.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MUAMMO 2 · KO‘RINISH</a:t>
            </a:r>
          </a:p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Uchta mijoz — bitta ma’lumot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703320" cy="22860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09728" cy="22860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444752"/>
            <a:ext cx="3319272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Telefon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Mobil ilova.
HTML emas — API kerak.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703320" cy="22860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280160"/>
            <a:ext cx="109728" cy="22860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444752"/>
            <a:ext cx="3319272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Desktop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Kompyuter dasturi.
Ham ma’lumot so‘raydi.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80160"/>
            <a:ext cx="3703320" cy="22860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60" y="1280160"/>
            <a:ext cx="109728" cy="22860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1444752"/>
            <a:ext cx="3319272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Veb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Brauzer / SPA.
HTML yoki API.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40480"/>
            <a:ext cx="11155680" cy="2331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69080"/>
            <a:ext cx="1051560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Savol: mahsulot/foydalanuvchi ma’lumotini uchalasiga qanday beramiz?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Agar faqat HTML bersak — telefon va desktop “tushunmaydi”.
Yechim sifatida Django REST Framework (DRF) tavsiya qilinadi.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YECHIM 2 · DJANGO REST FRAMEWORK</a:t>
            </a:r>
          </a:p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Bir backend — ko‘p platforma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11155680" cy="12801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DRF — Django ustida API qatlami. Ma’lumotni JSON qilib beradi.
Telefon, desktop, veb — parallel ulanadi. Django o‘rnini bosmaydi — uni kengaytiradi.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97480"/>
            <a:ext cx="3703320" cy="34747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697480"/>
            <a:ext cx="109728" cy="347472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862072"/>
            <a:ext cx="331927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Nima qiladi?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HTML o‘rniga JSON.
Masalan: /api/products/
Serializer, ViewSet, Router, auth — API uchun asosiy vositalar.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697480"/>
            <a:ext cx="3703320" cy="34747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2697480"/>
            <a:ext cx="109728" cy="3474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2862072"/>
            <a:ext cx="331927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Nima uchun kerak?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Bir marta yozilgan biznes-mantiq
barcha mijozlarga xizmat qiladi.
Real hayotdagi “parallel ishlash” shu yerda yechiladi.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697480"/>
            <a:ext cx="3566160" cy="34747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2697480"/>
            <a:ext cx="109728" cy="3474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2862072"/>
            <a:ext cx="318211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O‘rganish tartibi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1) Python asoslari
2) Django (sayt)
3) DRF (API)
Avval muammo, keyin yechim — shu tartibda.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